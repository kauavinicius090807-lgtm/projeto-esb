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K Grotesk Bold" charset="1" panose="00000800000000000000"/>
      <p:regular r:id="rId12"/>
    </p:embeddedFont>
    <p:embeddedFont>
      <p:font typeface="Montserrat" charset="1" panose="00000500000000000000"/>
      <p:regular r:id="rId13"/>
    </p:embeddedFont>
    <p:embeddedFont>
      <p:font typeface="Open Sans Bold" charset="1" panose="020B0806030504020204"/>
      <p:regular r:id="rId14"/>
    </p:embeddedFont>
    <p:embeddedFont>
      <p:font typeface="HK Grotesk" charset="1" panose="00000500000000000000"/>
      <p:regular r:id="rId15"/>
    </p:embeddedFont>
    <p:embeddedFont>
      <p:font typeface="Montserrat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https://github.com/kauavinicius090807-lgtm/Projeto-ESB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443435" y="3988296"/>
            <a:ext cx="10404872" cy="10404872"/>
          </a:xfrm>
          <a:custGeom>
            <a:avLst/>
            <a:gdLst/>
            <a:ahLst/>
            <a:cxnLst/>
            <a:rect r="r" b="b" t="t" l="l"/>
            <a:pathLst>
              <a:path h="10404872" w="10404872">
                <a:moveTo>
                  <a:pt x="10404873" y="0"/>
                </a:moveTo>
                <a:lnTo>
                  <a:pt x="0" y="0"/>
                </a:lnTo>
                <a:lnTo>
                  <a:pt x="0" y="10404872"/>
                </a:lnTo>
                <a:lnTo>
                  <a:pt x="10404873" y="10404872"/>
                </a:lnTo>
                <a:lnTo>
                  <a:pt x="10404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9326562" y="-4106168"/>
            <a:ext cx="10404872" cy="10404872"/>
          </a:xfrm>
          <a:custGeom>
            <a:avLst/>
            <a:gdLst/>
            <a:ahLst/>
            <a:cxnLst/>
            <a:rect r="r" b="b" t="t" l="l"/>
            <a:pathLst>
              <a:path h="10404872" w="10404872">
                <a:moveTo>
                  <a:pt x="0" y="10404872"/>
                </a:moveTo>
                <a:lnTo>
                  <a:pt x="10404873" y="10404872"/>
                </a:lnTo>
                <a:lnTo>
                  <a:pt x="10404873" y="0"/>
                </a:lnTo>
                <a:lnTo>
                  <a:pt x="0" y="0"/>
                </a:lnTo>
                <a:lnTo>
                  <a:pt x="0" y="104048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95423" y="3834818"/>
            <a:ext cx="13497154" cy="2617363"/>
            <a:chOff x="0" y="0"/>
            <a:chExt cx="17996206" cy="348981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76200"/>
              <a:ext cx="17996206" cy="2422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53"/>
                </a:lnSpc>
              </a:pPr>
              <a:r>
                <a:rPr lang="en-US" sz="11550" b="tru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Tech Alliance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0699" y="2726721"/>
              <a:ext cx="17945507" cy="763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10"/>
                </a:lnSpc>
                <a:spcBef>
                  <a:spcPct val="0"/>
                </a:spcBef>
              </a:pPr>
              <a:r>
                <a:rPr lang="en-US" sz="343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Projeto ESB - Biblioteca Escola São Bernado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7732333"/>
            <a:chOff x="0" y="0"/>
            <a:chExt cx="21640800" cy="1030977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21640800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59"/>
                </a:lnSpc>
                <a:spcBef>
                  <a:spcPct val="0"/>
                </a:spcBef>
              </a:pPr>
              <a:r>
                <a:rPr lang="en-US" b="true" sz="8799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Biblioteca ESB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441617"/>
              <a:ext cx="19603390" cy="686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projeto consiste no desenvolvimento de um Sistema de Gerenciamento de Biblioteca para a Escola São Bernardo (ESB). Seu objetivo é organizar e modernizar os processos de empréstimo, devolução e entrada de novos livros, reduzindo a dependência de procedimentos manuais e facilitando o controle do acervo.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4715" y="4148808"/>
            <a:ext cx="3484394" cy="2787515"/>
          </a:xfrm>
          <a:custGeom>
            <a:avLst/>
            <a:gdLst/>
            <a:ahLst/>
            <a:cxnLst/>
            <a:rect r="r" b="b" t="t" l="l"/>
            <a:pathLst>
              <a:path h="2787515" w="3484394">
                <a:moveTo>
                  <a:pt x="0" y="0"/>
                </a:moveTo>
                <a:lnTo>
                  <a:pt x="3484394" y="0"/>
                </a:lnTo>
                <a:lnTo>
                  <a:pt x="3484394" y="2787516"/>
                </a:lnTo>
                <a:lnTo>
                  <a:pt x="0" y="2787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46" t="-16585" r="-5263" b="-1992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50454" y="4148808"/>
            <a:ext cx="2783153" cy="2787515"/>
          </a:xfrm>
          <a:custGeom>
            <a:avLst/>
            <a:gdLst/>
            <a:ahLst/>
            <a:cxnLst/>
            <a:rect r="r" b="b" t="t" l="l"/>
            <a:pathLst>
              <a:path h="2787515" w="2783153">
                <a:moveTo>
                  <a:pt x="0" y="0"/>
                </a:moveTo>
                <a:lnTo>
                  <a:pt x="2783153" y="0"/>
                </a:lnTo>
                <a:lnTo>
                  <a:pt x="2783153" y="2787516"/>
                </a:lnTo>
                <a:lnTo>
                  <a:pt x="0" y="27875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3179" t="-53462" r="-133636" b="-5254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54951" y="4013178"/>
            <a:ext cx="3058776" cy="3058776"/>
          </a:xfrm>
          <a:custGeom>
            <a:avLst/>
            <a:gdLst/>
            <a:ahLst/>
            <a:cxnLst/>
            <a:rect r="r" b="b" t="t" l="l"/>
            <a:pathLst>
              <a:path h="3058776" w="3058776">
                <a:moveTo>
                  <a:pt x="0" y="0"/>
                </a:moveTo>
                <a:lnTo>
                  <a:pt x="3058776" y="0"/>
                </a:lnTo>
                <a:lnTo>
                  <a:pt x="3058776" y="3058776"/>
                </a:lnTo>
                <a:lnTo>
                  <a:pt x="0" y="3058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28700"/>
            <a:ext cx="14899943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9"/>
              </a:lnSpc>
            </a:pPr>
            <a:r>
              <a:rPr lang="en-US" sz="8724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Tecnologias Utilizadas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60729" y="7356992"/>
            <a:ext cx="225236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33050" y="7356992"/>
            <a:ext cx="201796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BPMN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54951" y="7356992"/>
            <a:ext cx="305877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Python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20192" y="4586287"/>
            <a:ext cx="3163535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u="sng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  <a:hlinkClick r:id="rId4" tooltip="https://github.com/kauavinicius090807-lgtm/Projeto-ESB"/>
              </a:rPr>
              <a:t>Github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25660" y="4476750"/>
            <a:ext cx="443668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Dúvidas?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62" y="0"/>
            <a:ext cx="18297525" cy="10287000"/>
          </a:xfrm>
          <a:custGeom>
            <a:avLst/>
            <a:gdLst/>
            <a:ahLst/>
            <a:cxnLst/>
            <a:rect r="r" b="b" t="t" l="l"/>
            <a:pathLst>
              <a:path h="10287000" w="18297525">
                <a:moveTo>
                  <a:pt x="0" y="0"/>
                </a:moveTo>
                <a:lnTo>
                  <a:pt x="18297524" y="0"/>
                </a:lnTo>
                <a:lnTo>
                  <a:pt x="182975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01426" y="807565"/>
            <a:ext cx="11838815" cy="2025961"/>
            <a:chOff x="0" y="0"/>
            <a:chExt cx="15785087" cy="270128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5785087" cy="178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0515"/>
                </a:lnSpc>
                <a:spcBef>
                  <a:spcPct val="0"/>
                </a:spcBef>
              </a:pPr>
              <a:r>
                <a:rPr lang="en-US" b="true" sz="8763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Obrigado Pela Atenção</a:t>
              </a:r>
              <a:r>
                <a:rPr lang="en-US" b="true" sz="8763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960200"/>
              <a:ext cx="15785087" cy="741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17630" y="4366355"/>
            <a:ext cx="8852740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Participantes do Projeto: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57664" y="5177250"/>
            <a:ext cx="8852740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Enzo Alexandrino -  Representante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Kauã Vinícius - Scrum Master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João Pedro - Analista Técnico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Matheus Duque - Analista Técnico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Mauro Sena -Designer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DAHVSsZOKN4</dc:identifier>
  <dcterms:modified xsi:type="dcterms:W3CDTF">2011-08-01T06:04:30Z</dcterms:modified>
  <cp:revision>1</cp:revision>
  <dc:title>Apresentação Básica Simples Elegante Profissional Preto Vermelho</dc:title>
</cp:coreProperties>
</file>